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Merriweather" panose="020B0604020202020204" charset="-52"/>
      <p:regular r:id="rId11"/>
      <p:bold r:id="rId12"/>
      <p:italic r:id="rId13"/>
      <p:boldItalic r:id="rId14"/>
    </p:embeddedFont>
    <p:embeddedFont>
      <p:font typeface="Roboto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90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e1cdc3e3b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e1cdc3e3b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1cdc3e3b6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1cdc3e3b6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e1cdc3e3b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e1cdc3e3b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1cdc3e3b6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1cdc3e3b6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1cdc3e3b6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1cdc3e3b6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1cdc3e3b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1cdc3e3b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cdc3e3b6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e1cdc3e3b6_1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О</a:t>
            </a:r>
            <a:r>
              <a:rPr lang="ru-RU" dirty="0" err="1"/>
              <a:t>просы</a:t>
            </a:r>
            <a:endParaRPr dirty="0"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"/>
          </p:nvPr>
        </p:nvSpPr>
        <p:spPr>
          <a:xfrm>
            <a:off x="311700" y="1878550"/>
            <a:ext cx="4242600" cy="73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Веб-сервис для создания и проведения голосований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Зачем этот проект?</a:t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311625" y="1629625"/>
            <a:ext cx="85206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Цель: создать минималистичный, рабочий сайт с регистрацией, созданием опросов и прозрачным подсчётом результатов.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Аудитория: сообщества, небольшие команды.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умеет сайт</a:t>
            </a:r>
            <a:endParaRPr/>
          </a:p>
        </p:txBody>
      </p:sp>
      <p:sp>
        <p:nvSpPr>
          <p:cNvPr id="77" name="Google Shape;77;p15"/>
          <p:cNvSpPr txBox="1"/>
          <p:nvPr/>
        </p:nvSpPr>
        <p:spPr>
          <a:xfrm>
            <a:off x="509250" y="1718750"/>
            <a:ext cx="7333200" cy="20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Регистрация и авторизация с защитой сессий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2-шаговое создание опроса: название → варианты ответов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Голосование с блокировкой повторных попыток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Визуальные результаты (CSS-прогресс-бары, проценты)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админ-панель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Редактирование и удаление своих опросов автором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Главная страница со списком опросов</a:t>
            </a:r>
            <a:endParaRPr/>
          </a:p>
        </p:txBody>
      </p:sp>
      <p:pic>
        <p:nvPicPr>
          <p:cNvPr id="83" name="Google Shape;83;p16" title="127.0.0.1_5000_(Nest Hub Max)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535798" cy="4084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Форма создания в 2 шага</a:t>
            </a:r>
            <a:endParaRPr/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419599" cy="277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52400"/>
            <a:ext cx="4419599" cy="276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Страница голосования + результаты</a:t>
            </a:r>
            <a:endParaRPr/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419599" cy="276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52400"/>
            <a:ext cx="4419599" cy="2762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можно добавить в будущем</a:t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311650" y="1832525"/>
            <a:ext cx="8520600" cy="12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AutoNum type="arabicPeriod"/>
            </a:pPr>
            <a:r>
              <a:rPr lang="ru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Анонимные опросы / множественный выбор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AutoNum type="arabicPeriod"/>
            </a:pPr>
            <a:r>
              <a:rPr lang="ru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Таймер окончания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AutoNum type="arabicPeriod"/>
            </a:pPr>
            <a:r>
              <a:rPr lang="ru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Экспорт результатов в CSV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/>
        </p:nvSpPr>
        <p:spPr>
          <a:xfrm>
            <a:off x="0" y="2186850"/>
            <a:ext cx="91440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ВСЁ</a:t>
            </a:r>
            <a:r>
              <a:rPr lang="ru-RU" sz="4800" dirty="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 lang="en-US" sz="4800" dirty="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</Words>
  <Application>Microsoft Office PowerPoint</Application>
  <PresentationFormat>Экран (16:9)</PresentationFormat>
  <Paragraphs>21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Roboto</vt:lpstr>
      <vt:lpstr>Arial</vt:lpstr>
      <vt:lpstr>Merriweather</vt:lpstr>
      <vt:lpstr>Paradigm</vt:lpstr>
      <vt:lpstr>Опросы</vt:lpstr>
      <vt:lpstr>Зачем этот проект?</vt:lpstr>
      <vt:lpstr>Что умеет сайт</vt:lpstr>
      <vt:lpstr>Презентация PowerPoint</vt:lpstr>
      <vt:lpstr>Презентация PowerPoint</vt:lpstr>
      <vt:lpstr>Презентация PowerPoint</vt:lpstr>
      <vt:lpstr>Что можно добавить в будущем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VoteSite</dc:title>
  <cp:lastModifiedBy>koremono</cp:lastModifiedBy>
  <cp:revision>2</cp:revision>
  <dcterms:modified xsi:type="dcterms:W3CDTF">2026-05-14T12:58:44Z</dcterms:modified>
</cp:coreProperties>
</file>