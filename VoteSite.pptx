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Merriweath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Merriweath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bold.fntdata"/><Relationship Id="rId6" Type="http://schemas.openxmlformats.org/officeDocument/2006/relationships/slide" Target="slides/slide1.xml"/><Relationship Id="rId18" Type="http://schemas.openxmlformats.org/officeDocument/2006/relationships/font" Target="fonts/Merriweath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1cdc3e3b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1cdc3e3b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1cdc3e3b6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1cdc3e3b6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1cdc3e3b6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1cdc3e3b6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1cdc3e3b6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1cdc3e3b6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1cdc3e3b6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1cdc3e3b6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1cdc3e3b6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1cdc3e3b6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1cdc3e3b6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1cdc3e3b6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VoteSite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50"/>
            <a:ext cx="4242600" cy="7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Веб-сервис для создания и проведения голосований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Зачем этот проект?</a:t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311625" y="1629625"/>
            <a:ext cx="8520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Цель: создать минималистичный, рабочий сайт с регистрацией, созданием опросов и прозрачным подсчётом результатов.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Аудитория: сообщества, небольшие команды.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умеет сайт</a:t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509250" y="1718750"/>
            <a:ext cx="7333200" cy="20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ru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Регистрация и авторизация с защитой сессий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ru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2-шаговое создание опроса: название → варианты ответов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ru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Голосование с блокировкой повторных попыток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ru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Визуальные результаты (CSS-прогресс-бары, проценты)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ru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админ-панель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ru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Редактирование и удаление своих опросов автором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Главная страница со списком опросов</a:t>
            </a:r>
            <a:endParaRPr/>
          </a:p>
        </p:txBody>
      </p:sp>
      <p:pic>
        <p:nvPicPr>
          <p:cNvPr id="83" name="Google Shape;83;p16" title="127.0.0.1_5000_(Nest Hub Max)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535798" cy="4084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Форма создания в 2 шага</a:t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419599" cy="2777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52400"/>
            <a:ext cx="4419599" cy="27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Страница голосования + результаты</a:t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419599" cy="2762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52400"/>
            <a:ext cx="4419599" cy="2762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можно добавить в будущем</a:t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311650" y="1832525"/>
            <a:ext cx="85206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ru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Анонимные опросы / множественный выбор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ru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Таймер окончания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rabicPeriod"/>
            </a:pPr>
            <a:r>
              <a:rPr lang="ru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Экспорт результатов в CSV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/>
        </p:nvSpPr>
        <p:spPr>
          <a:xfrm>
            <a:off x="0" y="2186850"/>
            <a:ext cx="914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ВСЁ</a:t>
            </a:r>
            <a:endParaRPr sz="4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